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FFFF"/>
                </a:solidFill>
              </a:rPr>
              <a:t>Marketing Presentation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Layout: data-grid-dashboard | Theme: Metallic Earth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FF"/>
                </a:solidFill>
              </a:rPr>
              <a:t>Selected Layout: data-grid-dashboard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FFFF"/>
                </a:solidFill>
              </a:rPr>
              <a:t>Selected Theme: Metallic Earth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Generated with Claude Skills Marketing Deck Generator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Claude 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Marketing Deck - data-grid-dashboard</dc:title>
  <dc:subject>Marketing Presentation</dc:subject>
  <dc:creator>Marketing Deck Generator</dc:creator>
  <cp:lastModifiedBy>Marketing Deck Generator</cp:lastModifiedBy>
  <cp:revision>1</cp:revision>
  <dcterms:created xsi:type="dcterms:W3CDTF">2025-10-18T19:14:39Z</dcterms:created>
  <dcterms:modified xsi:type="dcterms:W3CDTF">2025-10-18T19:14:39Z</dcterms:modified>
</cp:coreProperties>
</file>